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BBF24"/>
                </a:solidFill>
              </a:rPr>
              <a:t>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2430"/>
                </a:solidFill>
              </a:rPr>
              <a:t>RADAR — Click-by-Click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546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6B7280"/>
                </a:solidFill>
              </a:rPr>
              <a:t>From 500 suppliers to the ones that matter — and the moment one starts to slip.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9" y="320040"/>
            <a:ext cx="9753356" cy="54862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1603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BBF24"/>
                </a:solidFill>
              </a:rPr>
              <a:t>WHAT CHANGED: </a:t>
            </a:r>
            <a:r>
              <a:rPr sz="1100">
                <a:solidFill>
                  <a:srgbClr val="1F2430"/>
                </a:solidFill>
              </a:rPr>
              <a:t>The front door — New Chat lands on a single question box over the whole supply base.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VP: </a:t>
            </a:r>
            <a:r>
              <a:rPr sz="1100">
                <a:solidFill>
                  <a:srgbClr val="6B7280"/>
                </a:solidFill>
              </a:rPr>
              <a:t>One entry point: ask, and the workspaces answer.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SUPPLY CHAIN MANAGER: </a:t>
            </a:r>
            <a:r>
              <a:rPr sz="1100">
                <a:solidFill>
                  <a:srgbClr val="6B7280"/>
                </a:solidFill>
              </a:rPr>
              <a:t>No hunting through menus — ask or jump straight to the worklist.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network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9" y="320040"/>
            <a:ext cx="9753356" cy="54862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1603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BBF24"/>
                </a:solidFill>
              </a:rPr>
              <a:t>WHAT CHANGED: </a:t>
            </a:r>
            <a:r>
              <a:rPr sz="1100">
                <a:solidFill>
                  <a:srgbClr val="1F2430"/>
                </a:solidFill>
              </a:rPr>
              <a:t>Landing — the full network exists but nothing is prioritized yet.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VP: </a:t>
            </a:r>
            <a:r>
              <a:rPr sz="1100">
                <a:solidFill>
                  <a:srgbClr val="6B7280"/>
                </a:solidFill>
              </a:rPr>
              <a:t>this is the before state — visibility without triage.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SUPPLY CHAIN MANAGER: </a:t>
            </a:r>
            <a:r>
              <a:rPr sz="1100">
                <a:solidFill>
                  <a:srgbClr val="6B7280"/>
                </a:solidFill>
              </a:rPr>
              <a:t>500+ suppliers, no way to know where to start.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network_analy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9" y="320040"/>
            <a:ext cx="9753356" cy="54862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1603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BBF24"/>
                </a:solidFill>
              </a:rPr>
              <a:t>WHAT CHANGED: </a:t>
            </a:r>
            <a:r>
              <a:rPr sz="1100">
                <a:solidFill>
                  <a:srgbClr val="1F2430"/>
                </a:solidFill>
              </a:rPr>
              <a:t>ANALYZE surfaces only the suppliers that matter, with the selection rule stated on screen.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VP: </a:t>
            </a:r>
            <a:r>
              <a:rPr sz="1100">
                <a:solidFill>
                  <a:srgbClr val="6B7280"/>
                </a:solidFill>
              </a:rPr>
              <a:t>one defensible answer instead of a wall — the "why these" is written on the view.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SUPPLY CHAIN MANAGER: </a:t>
            </a:r>
            <a:r>
              <a:rPr sz="1100">
                <a:solidFill>
                  <a:srgbClr val="6B7280"/>
                </a:solidFill>
              </a:rPr>
              <a:t>my worklist just built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network_coverage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9" y="320040"/>
            <a:ext cx="9753356" cy="54862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1603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BBF24"/>
                </a:solidFill>
              </a:rPr>
              <a:t>WHAT CHANGED: </a:t>
            </a:r>
            <a:r>
              <a:rPr sz="1100">
                <a:solidFill>
                  <a:srgbClr val="1F2430"/>
                </a:solidFill>
              </a:rPr>
              <a:t>Coverage moved to 90% — the surfaced set widens and the headline recounts.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VP: </a:t>
            </a:r>
            <a:r>
              <a:rPr sz="1100">
                <a:solidFill>
                  <a:srgbClr val="6B7280"/>
                </a:solidFill>
              </a:rPr>
              <a:t>I choose how wide the net is; the screen sizes itself to the answer.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SUPPLY CHAIN MANAGER: </a:t>
            </a:r>
            <a:r>
              <a:rPr sz="1100">
                <a:solidFill>
                  <a:srgbClr val="6B7280"/>
                </a:solidFill>
              </a:rPr>
              <a:t>more coverage when I want it, never a fixed magic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network_lens_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9" y="320040"/>
            <a:ext cx="9753356" cy="54862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1603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BBF24"/>
                </a:solidFill>
              </a:rPr>
              <a:t>WHAT CHANGED: </a:t>
            </a:r>
            <a:r>
              <a:rPr sz="1100">
                <a:solidFill>
                  <a:srgbClr val="1F2430"/>
                </a:solidFill>
              </a:rPr>
              <a:t>Lens filter narrows the map to geopolitical risk only.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VP: </a:t>
            </a:r>
            <a:r>
              <a:rPr sz="1100">
                <a:solidFill>
                  <a:srgbClr val="6B7280"/>
                </a:solidFill>
              </a:rPr>
              <a:t>one dimension of risk isolated across the whole network.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SUPPLY CHAIN MANAGER: </a:t>
            </a:r>
            <a:r>
              <a:rPr sz="1100">
                <a:solidFill>
                  <a:srgbClr val="6B7280"/>
                </a:solidFill>
              </a:rPr>
              <a:t>"where is my geopolitical exposure" answered in one click.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network_node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9" y="320040"/>
            <a:ext cx="9753356" cy="54862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1603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BBF24"/>
                </a:solidFill>
              </a:rPr>
              <a:t>WHAT CHANGED: </a:t>
            </a:r>
            <a:r>
              <a:rPr sz="1100">
                <a:solidFill>
                  <a:srgbClr val="1F2430"/>
                </a:solidFill>
              </a:rPr>
              <a:t>Clicking a node opens risk factor, exposure, path from root, and the recommended action.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VP: </a:t>
            </a:r>
            <a:r>
              <a:rPr sz="1100">
                <a:solidFill>
                  <a:srgbClr val="6B7280"/>
                </a:solidFill>
              </a:rPr>
              <a:t>every node carries its dollar stake.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SUPPLY CHAIN MANAGER: </a:t>
            </a:r>
            <a:r>
              <a:rPr sz="1100">
                <a:solidFill>
                  <a:srgbClr val="6B7280"/>
                </a:solidFill>
              </a:rPr>
              <a:t>the reason and the next move travel with the alert.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fulltable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9" y="320040"/>
            <a:ext cx="9753356" cy="54862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1603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BBF24"/>
                </a:solidFill>
              </a:rPr>
              <a:t>WHAT CHANGED: </a:t>
            </a:r>
            <a:r>
              <a:rPr sz="1100">
                <a:solidFill>
                  <a:srgbClr val="1F2430"/>
                </a:solidFill>
              </a:rPr>
              <a:t>"See all" opens the full indented BOM — nothing is hidden, the long tail is one click away.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VP: </a:t>
            </a:r>
            <a:r>
              <a:rPr sz="1100">
                <a:solidFill>
                  <a:srgbClr val="6B7280"/>
                </a:solidFill>
              </a:rPr>
              <a:t>triage without loss of audit.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SUPPLY CHAIN MANAGER: </a:t>
            </a:r>
            <a:r>
              <a:rPr sz="1100">
                <a:solidFill>
                  <a:srgbClr val="6B7280"/>
                </a:solidFill>
              </a:rPr>
              <a:t>the complete list when I need to dig.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fulltable_pop_so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9" y="320040"/>
            <a:ext cx="9753356" cy="54862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1603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BBF24"/>
                </a:solidFill>
              </a:rPr>
              <a:t>WHAT CHANGED: </a:t>
            </a:r>
            <a:r>
              <a:rPr sz="1100">
                <a:solidFill>
                  <a:srgbClr val="1F2430"/>
                </a:solidFill>
              </a:rPr>
              <a:t>Sorted by POP Change — the biggest movers since last period rise to the top.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VP: </a:t>
            </a:r>
            <a:r>
              <a:rPr sz="1100">
                <a:solidFill>
                  <a:srgbClr val="6B7280"/>
                </a:solidFill>
              </a:rPr>
              <a:t>the weekly staff-meeting question — better or worse than last week — answered by a column.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SUPPLY CHAIN MANAGER: </a:t>
            </a:r>
            <a:r>
              <a:rPr sz="1100">
                <a:solidFill>
                  <a:srgbClr val="6B7280"/>
                </a:solidFill>
              </a:rPr>
              <a:t>reds on top, chase the change not the noise.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fulltable_l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9" y="320040"/>
            <a:ext cx="9753356" cy="54862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1603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BBF24"/>
                </a:solidFill>
              </a:rPr>
              <a:t>WHAT CHANGED: </a:t>
            </a:r>
            <a:r>
              <a:rPr sz="1100">
                <a:solidFill>
                  <a:srgbClr val="1F2430"/>
                </a:solidFill>
              </a:rPr>
              <a:t>Lens filter inside the table — movement isolated by risk dimension.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VP: </a:t>
            </a:r>
            <a:r>
              <a:rPr sz="1100">
                <a:solidFill>
                  <a:srgbClr val="6B7280"/>
                </a:solidFill>
              </a:rPr>
              <a:t>change, by lens, by supplier, exportable.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SUPPLY CHAIN MANAGER: </a:t>
            </a:r>
            <a:r>
              <a:rPr sz="1100">
                <a:solidFill>
                  <a:srgbClr val="6B7280"/>
                </a:solidFill>
              </a:rPr>
              <a:t>filter to my commodity's risk and work the list.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signals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9" y="320040"/>
            <a:ext cx="9753356" cy="54862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1603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BBF24"/>
                </a:solidFill>
              </a:rPr>
              <a:t>WHAT CHANGED: </a:t>
            </a:r>
            <a:r>
              <a:rPr sz="1100">
                <a:solidFill>
                  <a:srgbClr val="1F2430"/>
                </a:solidFill>
              </a:rPr>
              <a:t>Signals — the daily screen: every anomaly with score, delta, exposure, break date, source.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VP: </a:t>
            </a:r>
            <a:r>
              <a:rPr sz="1100">
                <a:solidFill>
                  <a:srgbClr val="6B7280"/>
                </a:solidFill>
              </a:rPr>
              <a:t>the morning view of what moved.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SUPPLY CHAIN MANAGER: </a:t>
            </a:r>
            <a:r>
              <a:rPr sz="1100">
                <a:solidFill>
                  <a:srgbClr val="6B7280"/>
                </a:solidFill>
              </a:rPr>
              <a:t>my day starts here, not in email.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signals_mo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9" y="320040"/>
            <a:ext cx="9753356" cy="54862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1603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BBF24"/>
                </a:solidFill>
              </a:rPr>
              <a:t>WHAT CHANGED: </a:t>
            </a:r>
            <a:r>
              <a:rPr sz="1100">
                <a:solidFill>
                  <a:srgbClr val="1F2430"/>
                </a:solidFill>
              </a:rPr>
              <a:t>Sorted by biggest delta — the sharpest breaks first.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VP: </a:t>
            </a:r>
            <a:r>
              <a:rPr sz="1100">
                <a:solidFill>
                  <a:srgbClr val="6B7280"/>
                </a:solidFill>
              </a:rPr>
              <a:t>attention ordered by change x dollars.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SUPPLY CHAIN MANAGER: </a:t>
            </a:r>
            <a:r>
              <a:rPr sz="1100">
                <a:solidFill>
                  <a:srgbClr val="6B7280"/>
                </a:solidFill>
              </a:rPr>
              <a:t>worst first, always.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signals_dra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9" y="320040"/>
            <a:ext cx="9753356" cy="54862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1603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BBF24"/>
                </a:solidFill>
              </a:rPr>
              <a:t>WHAT CHANGED: </a:t>
            </a:r>
            <a:r>
              <a:rPr sz="1100">
                <a:solidFill>
                  <a:srgbClr val="1F2430"/>
                </a:solidFill>
              </a:rPr>
              <a:t>The drawer proves it — 30-day baseline, marked breakout, and the sub-factor bar showing exactly what drove the jump.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VP: </a:t>
            </a:r>
            <a:r>
              <a:rPr sz="1100">
                <a:solidFill>
                  <a:srgbClr val="6B7280"/>
                </a:solidFill>
              </a:rPr>
              <a:t>a number my board can interrogate — baseline, break, cause, source.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SUPPLY CHAIN MANAGER: </a:t>
            </a:r>
            <a:r>
              <a:rPr sz="1100">
                <a:solidFill>
                  <a:srgbClr val="6B7280"/>
                </a:solidFill>
              </a:rPr>
              <a:t>I can defend this alert to anyone in one screen.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qsclive_analy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9" y="320040"/>
            <a:ext cx="9753356" cy="54862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1603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BBF24"/>
                </a:solidFill>
              </a:rPr>
              <a:t>WHAT CHANGED: </a:t>
            </a:r>
            <a:r>
              <a:rPr sz="1100">
                <a:solidFill>
                  <a:srgbClr val="1F2430"/>
                </a:solidFill>
              </a:rPr>
              <a:t>The same engine on QSC's real 792-part BOM — live data, not a demo set.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VP: </a:t>
            </a:r>
            <a:r>
              <a:rPr sz="1100">
                <a:solidFill>
                  <a:srgbClr val="6B7280"/>
                </a:solidFill>
              </a:rPr>
              <a:t>this is our supply base, ranked.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SUPPLY CHAIN MANAGER: </a:t>
            </a:r>
            <a:r>
              <a:rPr sz="1100">
                <a:solidFill>
                  <a:srgbClr val="6B7280"/>
                </a:solidFill>
              </a:rPr>
              <a:t>real parts, real suppliers, real exposure.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qsclive_full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9" y="320040"/>
            <a:ext cx="9753356" cy="54862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1603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BBF24"/>
                </a:solidFill>
              </a:rPr>
              <a:t>WHAT CHANGED: </a:t>
            </a:r>
            <a:r>
              <a:rPr sz="1100">
                <a:solidFill>
                  <a:srgbClr val="1F2430"/>
                </a:solidFill>
              </a:rPr>
              <a:t>The full QSC table with POP and Lens columns — the complete network, sortable and exportable.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VP: </a:t>
            </a:r>
            <a:r>
              <a:rPr sz="1100">
                <a:solidFill>
                  <a:srgbClr val="6B7280"/>
                </a:solidFill>
              </a:rPr>
              <a:t>the audit trail behind the map.</a:t>
            </a:r>
          </a:p>
          <a:p>
            <a:pPr>
              <a:spcAft>
                <a:spcPts val="200"/>
              </a:spcAft>
            </a:pPr>
            <a:r>
              <a:rPr b="1" sz="1100">
                <a:solidFill>
                  <a:srgbClr val="1F2430"/>
                </a:solidFill>
              </a:rPr>
              <a:t>FOR THE SUPPLY CHAIN MANAGER: </a:t>
            </a:r>
            <a:r>
              <a:rPr sz="1100">
                <a:solidFill>
                  <a:srgbClr val="6B7280"/>
                </a:solidFill>
              </a:rPr>
              <a:t>everything, filterable, in one place.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65176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2430"/>
                </a:solidFill>
              </a:rPr>
              <a:t>RADAR does not give you more to look at. It tells you where to look — in order of money, before your supplier calls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